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5C2D-8980-ADF7-9788-C0DEC8954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EAE2D-0F8E-2567-D7CA-75C8258E5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CE085-58F6-ABB7-C9BF-588B88EF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66162-D27F-4F87-72F4-4AD24059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AC09-D779-7CCE-E1E2-0B27A7CA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22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F858-2FD3-59EC-D6DC-232E8BB5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33D6-253D-60DE-ED72-09C0B533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7C64A-2C85-427E-009E-1AADE6DB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62716-D61D-8E6A-CBAE-404E821E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699EC-CFC3-FBF4-B618-BF3779F4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8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86AA-73FE-17C3-33E7-860CF4A2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C3640-88AA-7F98-D18D-5936F6460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62847-20C5-94E8-161A-02CC2BBF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C952B-898F-A9B2-FE5A-D1013318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8F708-2B36-F3D3-1579-D1038D3C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9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C2AD-FA70-F18E-12F1-F2911846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8521D-8F9B-F68A-F3C7-C7803E322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D450C-81C5-289C-1EC1-824953ABF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09063-0D0A-40F4-7FED-93893B53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BAD4-40C1-2F33-A970-8E1682BC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39D63-B087-B77F-69D7-80E60B32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7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AC8A-FE3F-E11B-5E14-3E27D5DB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2FC39-0059-2EEC-3B50-091398CD4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E39E1-167D-C0D4-5FE1-071B5C032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BEBC0-D9DF-A3B1-1330-1AFE97581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641D0-804D-AE9B-6290-6079DBC24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9451D-C5C2-6BF1-C7C5-C8905E9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5C477-7787-4689-FAA0-DD137D0E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6195A-4C83-FFA0-1F93-0C4AFCB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01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E55A-96EE-1437-556F-0A3A2B3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D44AB-BEAA-E39C-DF31-04B494B8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2420E-4F08-3D03-1D41-066A699C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42031-091A-926A-7D9D-2C02DE38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3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BF4FD-458A-0E8C-6CA9-674CB94E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07651-0128-58F4-1775-3EE66911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81CD7-6101-69CB-D20F-A608528A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75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52D-275D-8A5E-CF3E-D6E10B7D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244-BAEB-2901-1203-8345A507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57B9D-0875-FAA2-15A9-C925543EF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67CE2-7F1E-EE6C-9BA3-487099C4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06F41-752A-C80F-304D-8AB90CDE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8B1A9-AA7D-AB2A-AC81-091BB295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415E-66A4-727A-405C-9FDB6634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3D6DD-6BFB-EBEE-B584-FC4207172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059CB-4181-B12C-5E0B-720276C8B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D8549-6195-B034-0FCA-C9D7BC05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01DE7-A912-DBBA-152B-6E35FBB0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725E7-4141-150B-09C6-5D5554FB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8F78-89B9-30C9-4214-DD032A9A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7A41B-B57D-3A05-7587-3B739AF5A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2876-1C46-E830-DBD6-3EE99384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8807E-4B26-2B7D-8912-0EE01B3C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5902-86E8-C0C1-2615-D214CF12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26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083B8-20DE-7607-A214-EBD270121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0B44D-4B99-B18B-3964-3BF5552F6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E61D8-AA23-EBDA-77B2-90312B77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C310A-DFBA-5299-C98E-727DDF52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8ECB7-5ED3-46D3-8794-C010949C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28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5F197-F17D-3E24-CDAE-73BE2293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F4705-BB06-0BB0-B415-2C1F8052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BE5C-5ECB-0C51-31CE-1BE8AEA79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8D973-412A-4FB1-9D8B-45DAE7BC36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D8A08-81F0-D818-5AE6-6A59B1659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8BFC-DDE7-EA35-B051-8FAB0042D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80CD-8BF9-4898-85BD-E5FED1E11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3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B251-673F-FD2F-DDCE-18EAD9DA5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53389"/>
            <a:ext cx="9144000" cy="145657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of Reliable Networking Beyond the Traditional OSI Model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51DD1-C256-958E-F6DC-30E1DC91B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736" y="3994484"/>
            <a:ext cx="2245896" cy="12633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S.Prathika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F85CEE0-507A-6F7C-B501-18CDA4276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5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4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B87F-241E-5CCC-B449-6DC8B688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365125"/>
            <a:ext cx="30480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306D3-A23B-2F2A-2F6F-4F187835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(Open Systems Interconnection) Model is a 7-layer framework that standardizes network communication.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the foundation of computer networking for many years.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technologies such as Cloud Computing, IoT, AI, and 5G/6G require faster and smarter networks.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OSI model struggles with latency, scalability, flexibility, and security in modern environments.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technologies like SDN, NFV, Edge Computing, and AI-driven networking overcome these challenges.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networking focuses on intelligent, automated, secure, and highly reliable communication.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2ECE948-ADA2-50A1-6352-7CE7B50B3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0C7C321-100E-2B82-44FD-BDF3CDB55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9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5048-DA15-2322-2ED8-668377C8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365125"/>
            <a:ext cx="8614611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Traditional 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0EDB-22C7-0058-EAEA-4A77D1778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layered architecture limits flexibility.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due to multiple processing layers.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support billions of IoT devices.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network configuration and management.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handled separately rather than integrated.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adaptability to changing network conditions.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5DF61B9-6670-09B5-5545-1BCB83DFB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9108F40-460C-18C0-5A9D-1B3A1F322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22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DB9B-2BE8-20ED-2E2F-0BAAA0EB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9" y="365125"/>
            <a:ext cx="8005012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Beyond the 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517F-D096-AC37-3685-F38610FD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Networking Technologies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Centralized and programmable network control.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Function Virtualization (NFV)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Replaces hardware devices with software-based services.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intelligent routing, automation, and threat detection.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data closer to users for lower latency.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scalable storage and computing resources.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5G/6G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Deliver ultra-fast, reliable, and low-latency communication.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721394A-DA78-F1A3-81D2-FB36776E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D789895-BBC7-E22C-6971-06079CF6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3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2044-F351-773F-845C-69615806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788" y="365125"/>
            <a:ext cx="4764507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473517-C25A-817E-A09B-C1560B86D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787" y="1307454"/>
            <a:ext cx="5630781" cy="518542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227C28D-6CEE-E530-6987-222DD61CA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356CEC2-CCAF-E7DC-2484-86B4703F5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37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CE70-98FF-EDE2-137F-F5700C23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188" y="365125"/>
            <a:ext cx="2951749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6A6F-565D-C4DD-A47A-96F8FA40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remains an important reference for learning networking concepts.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demand faster, more secure, and adaptive networking solutions.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such as AI, SDN, NFV, Edge Computing, Cloud Computing, and 5G/6G are transforming network architecture.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networks will be intelligent, self-managing, scalable, and highly reliable.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innovations will support emerging applications like smart cities, autonomous vehicles, industrial IoT, and real-time communication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203F8E9-4F01-A6D9-D1B1-A59EB9290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7A379C0-DD4D-EE23-532A-6F7F8B3E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7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8A90B-5CD8-A390-5C9B-1CA6E3F4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031" y="2743199"/>
            <a:ext cx="6144127" cy="12512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9600" dirty="0"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FD6261B-BCC6-F519-9114-3CBC7681D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9"/>
            <a:ext cx="1391075" cy="12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75AD24C-25C1-FBAC-C9B7-F80C5D494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925" y="54619"/>
            <a:ext cx="1391075" cy="144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79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Future of Reliable Networking Beyond the Traditional OSI Model</vt:lpstr>
      <vt:lpstr>Introduction</vt:lpstr>
      <vt:lpstr>Limitations of the Traditional OSI Model</vt:lpstr>
      <vt:lpstr>Technologies Beyond the OSI Model</vt:lpstr>
      <vt:lpstr>System Architecture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Future of Reliable Networking Beyond the Traditional OSI Model</dc:title>
  <dc:creator>vadapallimadhulatha@gmail.com</dc:creator>
  <cp:lastModifiedBy>vadapallimadhulatha@gmail.com</cp:lastModifiedBy>
  <cp:revision>2</cp:revision>
  <dcterms:created xsi:type="dcterms:W3CDTF">2026-07-15T05:35:44Z</dcterms:created>
  <dcterms:modified xsi:type="dcterms:W3CDTF">2026-07-17T06:15:54Z</dcterms:modified>
</cp:coreProperties>
</file>